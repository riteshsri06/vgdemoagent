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9144000" cy="5143500" type="screen16x9"/>
  <p:notesSz cx="5143500" cy="9144000"/>
  <p:embeddedFontLst>
    <p:embeddedFont>
      <p:font typeface="Lexend" panose="020B0604020202020204" charset="0"/>
      <p:regular r:id="rId16"/>
      <p:bold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GC85oCclt4oNua0KaAtUiF01/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esh srivastava" userId="cd5a446b4d78ec17" providerId="LiveId" clId="{EF44EE78-CE42-4EFA-B1C0-DE691700BA98}"/>
    <pc:docChg chg="undo custSel addSld modSld sldOrd">
      <pc:chgData name="ritesh srivastava" userId="cd5a446b4d78ec17" providerId="LiveId" clId="{EF44EE78-CE42-4EFA-B1C0-DE691700BA98}" dt="2026-08-24T13:45:08.342" v="619" actId="1076"/>
      <pc:docMkLst>
        <pc:docMk/>
      </pc:docMkLst>
      <pc:sldChg chg="modSp mod">
        <pc:chgData name="ritesh srivastava" userId="cd5a446b4d78ec17" providerId="LiveId" clId="{EF44EE78-CE42-4EFA-B1C0-DE691700BA98}" dt="2026-08-24T01:07:33.974" v="14" actId="20577"/>
        <pc:sldMkLst>
          <pc:docMk/>
          <pc:sldMk cId="0" sldId="256"/>
        </pc:sldMkLst>
        <pc:spChg chg="mod">
          <ac:chgData name="ritesh srivastava" userId="cd5a446b4d78ec17" providerId="LiveId" clId="{EF44EE78-CE42-4EFA-B1C0-DE691700BA98}" dt="2026-08-24T01:07:33.974" v="14" actId="20577"/>
          <ac:spMkLst>
            <pc:docMk/>
            <pc:sldMk cId="0" sldId="256"/>
            <ac:spMk id="20" creationId="{00000000-0000-0000-0000-000000000000}"/>
          </ac:spMkLst>
        </pc:spChg>
      </pc:sldChg>
      <pc:sldChg chg="addSp delSp modSp mod">
        <pc:chgData name="ritesh srivastava" userId="cd5a446b4d78ec17" providerId="LiveId" clId="{EF44EE78-CE42-4EFA-B1C0-DE691700BA98}" dt="2026-08-24T01:10:05.414" v="36" actId="1076"/>
        <pc:sldMkLst>
          <pc:docMk/>
          <pc:sldMk cId="0" sldId="258"/>
        </pc:sldMkLst>
        <pc:spChg chg="add del mod ord">
          <ac:chgData name="ritesh srivastava" userId="cd5a446b4d78ec17" providerId="LiveId" clId="{EF44EE78-CE42-4EFA-B1C0-DE691700BA98}" dt="2026-08-24T01:09:21.409" v="27" actId="478"/>
          <ac:spMkLst>
            <pc:docMk/>
            <pc:sldMk cId="0" sldId="258"/>
            <ac:spMk id="2" creationId="{F22D1A7D-7FB6-2577-713C-B81177EBF4C2}"/>
          </ac:spMkLst>
        </pc:spChg>
        <pc:picChg chg="mod">
          <ac:chgData name="ritesh srivastava" userId="cd5a446b4d78ec17" providerId="LiveId" clId="{EF44EE78-CE42-4EFA-B1C0-DE691700BA98}" dt="2026-08-24T01:10:05.414" v="36" actId="1076"/>
          <ac:picMkLst>
            <pc:docMk/>
            <pc:sldMk cId="0" sldId="258"/>
            <ac:picMk id="58" creationId="{00000000-0000-0000-0000-000000000000}"/>
          </ac:picMkLst>
        </pc:picChg>
        <pc:picChg chg="mod">
          <ac:chgData name="ritesh srivastava" userId="cd5a446b4d78ec17" providerId="LiveId" clId="{EF44EE78-CE42-4EFA-B1C0-DE691700BA98}" dt="2026-08-24T01:09:51.658" v="32" actId="1076"/>
          <ac:picMkLst>
            <pc:docMk/>
            <pc:sldMk cId="0" sldId="258"/>
            <ac:picMk id="59" creationId="{00000000-0000-0000-0000-000000000000}"/>
          </ac:picMkLst>
        </pc:picChg>
      </pc:sldChg>
      <pc:sldChg chg="addSp delSp modSp mod">
        <pc:chgData name="ritesh srivastava" userId="cd5a446b4d78ec17" providerId="LiveId" clId="{EF44EE78-CE42-4EFA-B1C0-DE691700BA98}" dt="2026-08-24T03:14:06.069" v="558" actId="1076"/>
        <pc:sldMkLst>
          <pc:docMk/>
          <pc:sldMk cId="0" sldId="263"/>
        </pc:sldMkLst>
        <pc:spChg chg="mod">
          <ac:chgData name="ritesh srivastava" userId="cd5a446b4d78ec17" providerId="LiveId" clId="{EF44EE78-CE42-4EFA-B1C0-DE691700BA98}" dt="2026-08-24T01:05:14.050" v="1" actId="1076"/>
          <ac:spMkLst>
            <pc:docMk/>
            <pc:sldMk cId="0" sldId="263"/>
            <ac:spMk id="192" creationId="{00000000-0000-0000-0000-000000000000}"/>
          </ac:spMkLst>
        </pc:spChg>
        <pc:picChg chg="add mod">
          <ac:chgData name="ritesh srivastava" userId="cd5a446b4d78ec17" providerId="LiveId" clId="{EF44EE78-CE42-4EFA-B1C0-DE691700BA98}" dt="2026-08-24T01:05:26.665" v="3" actId="1076"/>
          <ac:picMkLst>
            <pc:docMk/>
            <pc:sldMk cId="0" sldId="263"/>
            <ac:picMk id="3" creationId="{A4AF6612-4BC4-BCB8-1BDB-7FA0E9E1FB6E}"/>
          </ac:picMkLst>
        </pc:picChg>
        <pc:picChg chg="add mod">
          <ac:chgData name="ritesh srivastava" userId="cd5a446b4d78ec17" providerId="LiveId" clId="{EF44EE78-CE42-4EFA-B1C0-DE691700BA98}" dt="2026-08-24T03:09:32.715" v="537" actId="1076"/>
          <ac:picMkLst>
            <pc:docMk/>
            <pc:sldMk cId="0" sldId="263"/>
            <ac:picMk id="4" creationId="{03BDF8E6-C2D0-DD8D-4AD3-D68FB9A80E21}"/>
          </ac:picMkLst>
        </pc:picChg>
        <pc:picChg chg="add mod">
          <ac:chgData name="ritesh srivastava" userId="cd5a446b4d78ec17" providerId="LiveId" clId="{EF44EE78-CE42-4EFA-B1C0-DE691700BA98}" dt="2026-08-24T01:05:28.839" v="4" actId="1076"/>
          <ac:picMkLst>
            <pc:docMk/>
            <pc:sldMk cId="0" sldId="263"/>
            <ac:picMk id="5" creationId="{46764DCC-1B8E-7BF4-89E1-0A686EC57DE7}"/>
          </ac:picMkLst>
        </pc:picChg>
        <pc:picChg chg="add mod">
          <ac:chgData name="ritesh srivastava" userId="cd5a446b4d78ec17" providerId="LiveId" clId="{EF44EE78-CE42-4EFA-B1C0-DE691700BA98}" dt="2026-08-24T01:05:47.264" v="6" actId="1076"/>
          <ac:picMkLst>
            <pc:docMk/>
            <pc:sldMk cId="0" sldId="263"/>
            <ac:picMk id="7" creationId="{3EF2C4C8-B992-E293-8069-2FF7D5495D19}"/>
          </ac:picMkLst>
        </pc:picChg>
        <pc:picChg chg="add del mod">
          <ac:chgData name="ritesh srivastava" userId="cd5a446b4d78ec17" providerId="LiveId" clId="{EF44EE78-CE42-4EFA-B1C0-DE691700BA98}" dt="2026-08-24T03:12:04.339" v="554" actId="22"/>
          <ac:picMkLst>
            <pc:docMk/>
            <pc:sldMk cId="0" sldId="263"/>
            <ac:picMk id="8" creationId="{AB2C8F21-1261-B728-5A40-EBB51247B0F5}"/>
          </ac:picMkLst>
        </pc:picChg>
        <pc:picChg chg="add del mod">
          <ac:chgData name="ritesh srivastava" userId="cd5a446b4d78ec17" providerId="LiveId" clId="{EF44EE78-CE42-4EFA-B1C0-DE691700BA98}" dt="2026-08-24T03:12:03.214" v="551" actId="22"/>
          <ac:picMkLst>
            <pc:docMk/>
            <pc:sldMk cId="0" sldId="263"/>
            <ac:picMk id="10" creationId="{D73F9EC9-290F-9E73-4451-4A7FEF0988D4}"/>
          </ac:picMkLst>
        </pc:picChg>
        <pc:picChg chg="add del mod">
          <ac:chgData name="ritesh srivastava" userId="cd5a446b4d78ec17" providerId="LiveId" clId="{EF44EE78-CE42-4EFA-B1C0-DE691700BA98}" dt="2026-08-24T03:12:01.851" v="548" actId="22"/>
          <ac:picMkLst>
            <pc:docMk/>
            <pc:sldMk cId="0" sldId="263"/>
            <ac:picMk id="12" creationId="{3678A53C-0073-4841-5E95-DCA003AB6F6E}"/>
          </ac:picMkLst>
        </pc:picChg>
        <pc:picChg chg="add mod">
          <ac:chgData name="ritesh srivastava" userId="cd5a446b4d78ec17" providerId="LiveId" clId="{EF44EE78-CE42-4EFA-B1C0-DE691700BA98}" dt="2026-08-24T03:14:06.069" v="558" actId="1076"/>
          <ac:picMkLst>
            <pc:docMk/>
            <pc:sldMk cId="0" sldId="263"/>
            <ac:picMk id="14" creationId="{78061984-C70C-B2DC-20ED-9A8C29249AE6}"/>
          </ac:picMkLst>
        </pc:picChg>
        <pc:picChg chg="add del">
          <ac:chgData name="ritesh srivastava" userId="cd5a446b4d78ec17" providerId="LiveId" clId="{EF44EE78-CE42-4EFA-B1C0-DE691700BA98}" dt="2026-08-24T03:12:04.712" v="555" actId="478"/>
          <ac:picMkLst>
            <pc:docMk/>
            <pc:sldMk cId="0" sldId="263"/>
            <ac:picMk id="156" creationId="{00000000-0000-0000-0000-000000000000}"/>
          </ac:picMkLst>
        </pc:picChg>
        <pc:picChg chg="add del">
          <ac:chgData name="ritesh srivastava" userId="cd5a446b4d78ec17" providerId="LiveId" clId="{EF44EE78-CE42-4EFA-B1C0-DE691700BA98}" dt="2026-08-24T03:12:03.572" v="552" actId="478"/>
          <ac:picMkLst>
            <pc:docMk/>
            <pc:sldMk cId="0" sldId="263"/>
            <ac:picMk id="163" creationId="{00000000-0000-0000-0000-000000000000}"/>
          </ac:picMkLst>
        </pc:picChg>
        <pc:picChg chg="add del">
          <ac:chgData name="ritesh srivastava" userId="cd5a446b4d78ec17" providerId="LiveId" clId="{EF44EE78-CE42-4EFA-B1C0-DE691700BA98}" dt="2026-08-24T03:13:57.859" v="556" actId="478"/>
          <ac:picMkLst>
            <pc:docMk/>
            <pc:sldMk cId="0" sldId="263"/>
            <ac:picMk id="170" creationId="{00000000-0000-0000-0000-000000000000}"/>
          </ac:picMkLst>
        </pc:picChg>
        <pc:picChg chg="del">
          <ac:chgData name="ritesh srivastava" userId="cd5a446b4d78ec17" providerId="LiveId" clId="{EF44EE78-CE42-4EFA-B1C0-DE691700BA98}" dt="2026-08-24T03:09:23.134" v="534" actId="478"/>
          <ac:picMkLst>
            <pc:docMk/>
            <pc:sldMk cId="0" sldId="263"/>
            <ac:picMk id="177" creationId="{00000000-0000-0000-0000-000000000000}"/>
          </ac:picMkLst>
        </pc:picChg>
      </pc:sldChg>
      <pc:sldChg chg="addSp modSp mod">
        <pc:chgData name="ritesh srivastava" userId="cd5a446b4d78ec17" providerId="LiveId" clId="{EF44EE78-CE42-4EFA-B1C0-DE691700BA98}" dt="2026-08-24T12:40:52.605" v="598" actId="20577"/>
        <pc:sldMkLst>
          <pc:docMk/>
          <pc:sldMk cId="0" sldId="264"/>
        </pc:sldMkLst>
        <pc:spChg chg="add mod">
          <ac:chgData name="ritesh srivastava" userId="cd5a446b4d78ec17" providerId="LiveId" clId="{EF44EE78-CE42-4EFA-B1C0-DE691700BA98}" dt="2026-08-24T12:40:52.605" v="598" actId="20577"/>
          <ac:spMkLst>
            <pc:docMk/>
            <pc:sldMk cId="0" sldId="264"/>
            <ac:spMk id="3" creationId="{609C3205-895B-5117-9CFF-67F10C0EF7A4}"/>
          </ac:spMkLst>
        </pc:spChg>
        <pc:spChg chg="mod">
          <ac:chgData name="ritesh srivastava" userId="cd5a446b4d78ec17" providerId="LiveId" clId="{EF44EE78-CE42-4EFA-B1C0-DE691700BA98}" dt="2026-08-24T01:19:36.983" v="43" actId="20577"/>
          <ac:spMkLst>
            <pc:docMk/>
            <pc:sldMk cId="0" sldId="264"/>
            <ac:spMk id="238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19:58.950" v="50" actId="20577"/>
          <ac:spMkLst>
            <pc:docMk/>
            <pc:sldMk cId="0" sldId="264"/>
            <ac:spMk id="240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24:15.518" v="128" actId="20577"/>
          <ac:spMkLst>
            <pc:docMk/>
            <pc:sldMk cId="0" sldId="264"/>
            <ac:spMk id="242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24:03.228" v="100" actId="20577"/>
          <ac:spMkLst>
            <pc:docMk/>
            <pc:sldMk cId="0" sldId="264"/>
            <ac:spMk id="244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3:47.328" v="324" actId="20577"/>
          <ac:spMkLst>
            <pc:docMk/>
            <pc:sldMk cId="0" sldId="264"/>
            <ac:spMk id="246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4:14.056" v="350" actId="20577"/>
          <ac:spMkLst>
            <pc:docMk/>
            <pc:sldMk cId="0" sldId="264"/>
            <ac:spMk id="256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7:43.403" v="358" actId="20577"/>
          <ac:spMkLst>
            <pc:docMk/>
            <pc:sldMk cId="0" sldId="264"/>
            <ac:spMk id="260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8:23.884" v="392" actId="20577"/>
          <ac:spMkLst>
            <pc:docMk/>
            <pc:sldMk cId="0" sldId="264"/>
            <ac:spMk id="268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9:31.455" v="453" actId="20577"/>
          <ac:spMkLst>
            <pc:docMk/>
            <pc:sldMk cId="0" sldId="264"/>
            <ac:spMk id="270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39:46.808" v="471" actId="20577"/>
          <ac:spMkLst>
            <pc:docMk/>
            <pc:sldMk cId="0" sldId="264"/>
            <ac:spMk id="274" creationId="{00000000-0000-0000-0000-000000000000}"/>
          </ac:spMkLst>
        </pc:spChg>
        <pc:spChg chg="mod">
          <ac:chgData name="ritesh srivastava" userId="cd5a446b4d78ec17" providerId="LiveId" clId="{EF44EE78-CE42-4EFA-B1C0-DE691700BA98}" dt="2026-08-24T01:40:08.230" v="533" actId="20577"/>
          <ac:spMkLst>
            <pc:docMk/>
            <pc:sldMk cId="0" sldId="264"/>
            <ac:spMk id="276" creationId="{00000000-0000-0000-0000-000000000000}"/>
          </ac:spMkLst>
        </pc:spChg>
      </pc:sldChg>
      <pc:sldChg chg="modSp add mod ord">
        <pc:chgData name="ritesh srivastava" userId="cd5a446b4d78ec17" providerId="LiveId" clId="{EF44EE78-CE42-4EFA-B1C0-DE691700BA98}" dt="2026-08-24T13:39:13.168" v="608" actId="255"/>
        <pc:sldMkLst>
          <pc:docMk/>
          <pc:sldMk cId="181483963" sldId="265"/>
        </pc:sldMkLst>
        <pc:spChg chg="mod">
          <ac:chgData name="ritesh srivastava" userId="cd5a446b4d78ec17" providerId="LiveId" clId="{EF44EE78-CE42-4EFA-B1C0-DE691700BA98}" dt="2026-08-24T13:39:13.168" v="608" actId="255"/>
          <ac:spMkLst>
            <pc:docMk/>
            <pc:sldMk cId="181483963" sldId="265"/>
            <ac:spMk id="116" creationId="{E7CCB9B1-9D86-B4B6-3691-2BA94CA0674E}"/>
          </ac:spMkLst>
        </pc:spChg>
      </pc:sldChg>
      <pc:sldChg chg="add">
        <pc:chgData name="ritesh srivastava" userId="cd5a446b4d78ec17" providerId="LiveId" clId="{EF44EE78-CE42-4EFA-B1C0-DE691700BA98}" dt="2026-08-24T13:38:57.023" v="599" actId="2890"/>
        <pc:sldMkLst>
          <pc:docMk/>
          <pc:sldMk cId="1366814921" sldId="266"/>
        </pc:sldMkLst>
      </pc:sldChg>
      <pc:sldChg chg="addSp delSp modSp add mod">
        <pc:chgData name="ritesh srivastava" userId="cd5a446b4d78ec17" providerId="LiveId" clId="{EF44EE78-CE42-4EFA-B1C0-DE691700BA98}" dt="2026-08-24T13:41:28.243" v="614" actId="1076"/>
        <pc:sldMkLst>
          <pc:docMk/>
          <pc:sldMk cId="2047918124" sldId="267"/>
        </pc:sldMkLst>
        <pc:spChg chg="del">
          <ac:chgData name="ritesh srivastava" userId="cd5a446b4d78ec17" providerId="LiveId" clId="{EF44EE78-CE42-4EFA-B1C0-DE691700BA98}" dt="2026-08-24T13:39:30.632" v="610" actId="478"/>
          <ac:spMkLst>
            <pc:docMk/>
            <pc:sldMk cId="2047918124" sldId="267"/>
            <ac:spMk id="116" creationId="{DC09407A-8946-61CF-8912-3BB8521A4BA8}"/>
          </ac:spMkLst>
        </pc:spChg>
        <pc:spChg chg="del">
          <ac:chgData name="ritesh srivastava" userId="cd5a446b4d78ec17" providerId="LiveId" clId="{EF44EE78-CE42-4EFA-B1C0-DE691700BA98}" dt="2026-08-24T13:41:25.479" v="613" actId="478"/>
          <ac:spMkLst>
            <pc:docMk/>
            <pc:sldMk cId="2047918124" sldId="267"/>
            <ac:spMk id="117" creationId="{61EA77AE-07A8-A885-9F62-967DD884F449}"/>
          </ac:spMkLst>
        </pc:spChg>
        <pc:picChg chg="add mod">
          <ac:chgData name="ritesh srivastava" userId="cd5a446b4d78ec17" providerId="LiveId" clId="{EF44EE78-CE42-4EFA-B1C0-DE691700BA98}" dt="2026-08-24T13:41:28.243" v="614" actId="1076"/>
          <ac:picMkLst>
            <pc:docMk/>
            <pc:sldMk cId="2047918124" sldId="267"/>
            <ac:picMk id="3" creationId="{9B66781A-0A7B-6C98-CBDC-109BE2E4019C}"/>
          </ac:picMkLst>
        </pc:picChg>
      </pc:sldChg>
      <pc:sldChg chg="addSp delSp modSp new mod">
        <pc:chgData name="ritesh srivastava" userId="cd5a446b4d78ec17" providerId="LiveId" clId="{EF44EE78-CE42-4EFA-B1C0-DE691700BA98}" dt="2026-08-24T13:45:08.342" v="619" actId="1076"/>
        <pc:sldMkLst>
          <pc:docMk/>
          <pc:sldMk cId="3396500402" sldId="268"/>
        </pc:sldMkLst>
        <pc:spChg chg="del">
          <ac:chgData name="ritesh srivastava" userId="cd5a446b4d78ec17" providerId="LiveId" clId="{EF44EE78-CE42-4EFA-B1C0-DE691700BA98}" dt="2026-08-24T13:45:01.531" v="616" actId="478"/>
          <ac:spMkLst>
            <pc:docMk/>
            <pc:sldMk cId="3396500402" sldId="268"/>
            <ac:spMk id="2" creationId="{2491E236-D39C-045D-E097-15899DF5C10B}"/>
          </ac:spMkLst>
        </pc:spChg>
        <pc:picChg chg="add mod">
          <ac:chgData name="ritesh srivastava" userId="cd5a446b4d78ec17" providerId="LiveId" clId="{EF44EE78-CE42-4EFA-B1C0-DE691700BA98}" dt="2026-08-24T13:45:08.342" v="619" actId="1076"/>
          <ac:picMkLst>
            <pc:docMk/>
            <pc:sldMk cId="3396500402" sldId="268"/>
            <ac:picMk id="4" creationId="{592D26A2-59DE-C151-338A-198D498B5D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571EF49-C932-0229-29CA-58D3C92D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F8983A02-A36F-10CB-E724-83E0A3789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3B4177B5-722C-5E97-DBFF-0961267F2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593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2449C8D0-3C0E-666B-7B11-9F34EEDC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1308CAE2-3C53-005F-4764-BDEA38800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B6D7B2A2-D827-F595-0AFC-C4C7D0F91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1172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820D88D-6317-325C-478C-C3A99F606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8BECDB1D-0D94-2EE6-37C6-90CD6CD28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0C05AEB6-7C86-988D-8457-F6B42ABE3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850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LIDE">
  <p:cSld name="TITLE_SLIDE"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  <a:defRPr sz="2600" b="1" i="0" u="none" strike="noStrike" cap="non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ode&amp;rlz=1C1ONGR_enUS1074US1074&amp;oq=code&amp;gs_lcrp=EgZjaHJvbWUyBggAEEUYOTIHCAEQABiPAjIHCAIQABiPAjIHCAMQABiPAjIGCAQQRRg8MgYIBRBFGDzSAQc1OTVqMGo3qAIAsAIA&amp;sourceid=chrome&amp;source=chrome.ob&amp;ie=UTF-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title"/>
          </p:nvPr>
        </p:nvSpPr>
        <p:spPr>
          <a:xfrm>
            <a:off x="699074" y="1379429"/>
            <a:ext cx="7863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Quattrocento Sans"/>
              <a:buNone/>
            </a:pPr>
            <a:r>
              <a:rPr lang="en-US" sz="5200" b="1" dirty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 Research Agent</a:t>
            </a:r>
            <a:endParaRPr sz="5200" dirty="0"/>
          </a:p>
        </p:txBody>
      </p:sp>
      <p:sp>
        <p:nvSpPr>
          <p:cNvPr id="21" name="Google Shape;21;p1"/>
          <p:cNvSpPr/>
          <p:nvPr/>
        </p:nvSpPr>
        <p:spPr>
          <a:xfrm>
            <a:off x="699080" y="2907230"/>
            <a:ext cx="6949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Quattrocento Sans"/>
              <a:buNone/>
            </a:pPr>
            <a:r>
              <a:rPr lang="en-US" sz="1500" i="0" u="none" strike="noStrike" cap="none">
                <a:solidFill>
                  <a:srgbClr val="6B7280"/>
                </a:solidFill>
                <a:latin typeface="Lexend"/>
                <a:ea typeface="Lexend"/>
                <a:cs typeface="Lexend"/>
                <a:sym typeface="Lexend"/>
              </a:rPr>
              <a:t>Ask about a fund in plain language and get factual, comparable answers in seconds — cutting research time, keeping answers consistent.</a:t>
            </a:r>
            <a:endParaRPr sz="1500" i="0" u="none" strike="noStrike" cap="none">
              <a:solidFill>
                <a:srgbClr val="6B72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023360"/>
            <a:ext cx="786384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563EB"/>
              </a:solidFill>
              <a:highlight>
                <a:srgbClr val="2563E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55" y="416052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B7280"/>
                </a:solidFill>
                <a:latin typeface="Lexend"/>
                <a:ea typeface="Lexend"/>
                <a:cs typeface="Lexend"/>
                <a:sym typeface="Lexend"/>
              </a:rPr>
              <a:t>Agenda  </a:t>
            </a:r>
            <a:r>
              <a:rPr lang="en-US" sz="1200">
                <a:solidFill>
                  <a:srgbClr val="6B7280"/>
                </a:solidFill>
                <a:latin typeface="Lexend"/>
                <a:ea typeface="Lexend"/>
                <a:cs typeface="Lexend"/>
                <a:sym typeface="Lexend"/>
              </a:rPr>
              <a:t>Development approach · Technical flow · Current Architecture ·  Demo · Target architecture · Delivery Plan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Development </a:t>
            </a:r>
            <a:r>
              <a:rPr lang="en-US"/>
              <a:t>A</a:t>
            </a: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pproach</a:t>
            </a:r>
            <a:r>
              <a:rPr lang="en-US"/>
              <a:t> - </a:t>
            </a: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Leveraging AI</a:t>
            </a:r>
            <a:endParaRPr sz="2600"/>
          </a:p>
        </p:txBody>
      </p:sp>
      <p:sp>
        <p:nvSpPr>
          <p:cNvPr id="30" name="Google Shape;30;p2"/>
          <p:cNvSpPr/>
          <p:nvPr/>
        </p:nvSpPr>
        <p:spPr>
          <a:xfrm>
            <a:off x="548640" y="969264"/>
            <a:ext cx="804672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2563E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417320" y="1298448"/>
            <a:ext cx="18288" cy="2880360"/>
          </a:xfrm>
          <a:prstGeom prst="rect">
            <a:avLst/>
          </a:prstGeom>
          <a:solidFill>
            <a:srgbClr val="D0CECE"/>
          </a:solidFill>
          <a:ln w="12700" cap="flat" cmpd="sng">
            <a:solidFill>
              <a:srgbClr val="D0CE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316736" y="1353312"/>
            <a:ext cx="219456" cy="21945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2984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737360" y="12252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Quattrocento Sans"/>
              <a:buNone/>
            </a:pPr>
            <a:r>
              <a:rPr lang="en-US" sz="13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Set up the project structure</a:t>
            </a:r>
            <a:endParaRPr sz="135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737360" y="148132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Layered packages — models, services, tools, agent, app, added dependencies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16736" y="1956816"/>
            <a:ext cx="219456" cy="21945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9019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737359" y="1828800"/>
            <a:ext cx="3395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Quattrocento Sans"/>
              <a:buNone/>
            </a:pPr>
            <a:r>
              <a:rPr lang="en-US" sz="13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Write the context file for AI Assistance</a:t>
            </a:r>
            <a:endParaRPr sz="135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737360" y="208483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 / Copilot.md in-repo: scope, data model, tool signatures, guardrails.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316736" y="2560320"/>
            <a:ext cx="219456" cy="21945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250545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737360" y="24323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Quattrocento Sans"/>
              <a:buNone/>
            </a:pPr>
            <a:r>
              <a:rPr lang="en-US" sz="13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Build the data and service layer</a:t>
            </a:r>
            <a:endParaRPr sz="135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737360" y="2688336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 model (ticker, name, AUM, expense ratio, avg return), then a thin API client onto it.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16736" y="3163824"/>
            <a:ext cx="219456" cy="21945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737310" y="303585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Quattrocento Sans"/>
              <a:buNone/>
            </a:pPr>
            <a:r>
              <a:rPr lang="en-US" sz="13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Build the agent and tools</a:t>
            </a:r>
            <a:endParaRPr sz="135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37360" y="32918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typed tools — search, details, compare — on a LangChain agent, no-advice prompt.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16736" y="3767328"/>
            <a:ext cx="219456" cy="21945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3712464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737360" y="36393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Quattrocento Sans"/>
              <a:buNone/>
            </a:pPr>
            <a:r>
              <a:rPr lang="en-US" sz="13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Build the UI and validate</a:t>
            </a:r>
            <a:endParaRPr sz="135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737360" y="3895344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chat over the same interfaces; validate each layer before the next.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271915" y="246147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/>
              <a:t>Prompt Capture</a:t>
            </a:r>
            <a:endParaRPr/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9777" y="868565"/>
            <a:ext cx="4229796" cy="724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9777" y="1838796"/>
            <a:ext cx="4304446" cy="283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flow</a:t>
            </a:r>
            <a:endParaRPr sz="2600"/>
          </a:p>
        </p:txBody>
      </p:sp>
      <p:sp>
        <p:nvSpPr>
          <p:cNvPr id="66" name="Google Shape;66;p4"/>
          <p:cNvSpPr/>
          <p:nvPr/>
        </p:nvSpPr>
        <p:spPr>
          <a:xfrm>
            <a:off x="548640" y="969264"/>
            <a:ext cx="804672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77240" y="2487168"/>
            <a:ext cx="758952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51560" y="2212848"/>
            <a:ext cx="548640" cy="54864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51560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Quattrocento Sans"/>
              <a:buNone/>
            </a:pPr>
            <a:r>
              <a:rPr lang="en-US" sz="12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94435" y="1627682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Ask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35060" y="2877255"/>
            <a:ext cx="14631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chat captures the question and session context.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688336" y="2212848"/>
            <a:ext cx="548640" cy="54864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688336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Quattrocento Sans"/>
              <a:buNone/>
            </a:pPr>
            <a:r>
              <a:rPr lang="en-US" sz="12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31124" y="1627632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Route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231136" y="29260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agent selects tools and decomposes the request.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325112" y="2212848"/>
            <a:ext cx="548640" cy="54864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325112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Quattrocento Sans"/>
              <a:buNone/>
            </a:pPr>
            <a:r>
              <a:rPr lang="en-US" sz="12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67887" y="1627595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Fetch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867912" y="29260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tool calls the third-party fund API through the service layer.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61888" y="2212848"/>
            <a:ext cx="548640" cy="54864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961888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Quattrocento Sans"/>
              <a:buNone/>
            </a:pPr>
            <a:r>
              <a:rPr lang="en-US" sz="12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504700" y="1627632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Map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504688" y="29260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mapped to the fund model: ticker, name, AUM, expense ratio, average return.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598664" y="2212848"/>
            <a:ext cx="548640" cy="54864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598664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Quattrocento Sans"/>
              <a:buNone/>
            </a:pPr>
            <a:r>
              <a:rPr lang="en-US" sz="12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141514" y="1627657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Answer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141464" y="29260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i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Facts returned as text or a comparison table — nothing beyond the data.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/>
        </p:nvSpPr>
        <p:spPr>
          <a:xfrm>
            <a:off x="1371600" y="4389120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 i="1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 search and fund details call the third-party API; compare funds is local logic over what they return.</a:t>
            </a:r>
            <a:endParaRPr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371600" y="1883664"/>
            <a:ext cx="3566159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architecture</a:t>
            </a:r>
            <a:endParaRPr sz="2600">
              <a:solidFill>
                <a:srgbClr val="1F29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969264"/>
            <a:ext cx="8046720" cy="18288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371600" y="1422806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Chat UI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092958" y="1792224"/>
            <a:ext cx="182880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288377" y="1916582"/>
            <a:ext cx="19155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research agent</a:t>
            </a:r>
            <a:endParaRPr sz="850">
              <a:solidFill>
                <a:srgbClr val="6B72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092958" y="2438705"/>
            <a:ext cx="182880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847088" y="2571293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965960" y="2635301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Quattrocento Sans"/>
              <a:buNone/>
            </a:pPr>
            <a:r>
              <a:rPr lang="en-US" sz="750" b="1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 RESEARCH AGENT TOOLS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965960" y="2845613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search (API)</a:t>
            </a:r>
            <a:endParaRPr sz="850">
              <a:solidFill>
                <a:srgbClr val="1F293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965960" y="3174797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details (API)</a:t>
            </a:r>
            <a:endParaRPr sz="850">
              <a:solidFill>
                <a:srgbClr val="1F293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965960" y="3530498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Compare funds (local)</a:t>
            </a:r>
            <a:endParaRPr sz="850">
              <a:solidFill>
                <a:srgbClr val="1F293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0" y="3120390"/>
            <a:ext cx="2443456" cy="319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Quattrocento Sans"/>
              <a:buNone/>
            </a:pPr>
            <a:r>
              <a:rPr lang="en-US" sz="9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US" sz="950" baseline="300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US" sz="9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 Party API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566867" y="3168853"/>
            <a:ext cx="868680" cy="7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Quattrocento Sans"/>
              <a:buNone/>
            </a:pPr>
            <a:r>
              <a:rPr lang="en-US" sz="750" b="1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822960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449324" y="1426464"/>
            <a:ext cx="689187" cy="14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Quattrocento Sans"/>
              <a:buNone/>
            </a:pPr>
            <a:r>
              <a:rPr lang="en-US" sz="9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</a:t>
            </a:r>
            <a:endParaRPr sz="900" b="1" i="0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5"/>
          <p:cNvSpPr/>
          <p:nvPr/>
        </p:nvSpPr>
        <p:spPr>
          <a:xfrm rot="-5400000">
            <a:off x="4526280" y="3071470"/>
            <a:ext cx="182880" cy="4170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449763" y="1946893"/>
            <a:ext cx="689187" cy="14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Quattrocento Sans"/>
              <a:buNone/>
            </a:pPr>
            <a:r>
              <a:rPr lang="en-US" sz="9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</a:t>
            </a:r>
            <a:endParaRPr sz="900" b="1" i="0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795300" y="1799100"/>
            <a:ext cx="7553400" cy="1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1F2937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sz="7200" b="1">
              <a:solidFill>
                <a:srgbClr val="1F2937"/>
              </a:solidFill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343400" y="3200400"/>
            <a:ext cx="4572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347472" y="2352714"/>
            <a:ext cx="3094538" cy="220902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Scalable target 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969264"/>
            <a:ext cx="8046720" cy="18288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788920" y="1102692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Chat UI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480560" y="1486740"/>
            <a:ext cx="182880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737360" y="1614756"/>
            <a:ext cx="5669280" cy="6203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965960" y="1730922"/>
            <a:ext cx="5212080" cy="4507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AEA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Quattrocento Sans"/>
              <a:buNone/>
            </a:pPr>
            <a:r>
              <a:rPr lang="en-US" sz="11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Agent orchestrator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16120" y="2407578"/>
            <a:ext cx="182880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85800" y="2529156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research agent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in MVP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556000" y="2535594"/>
            <a:ext cx="198424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Balances agent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b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960574" y="2535594"/>
            <a:ext cx="172472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Quattrocento Sans"/>
              <a:buNone/>
            </a:pPr>
            <a:r>
              <a:rPr lang="en-US" sz="1100" b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agent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b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874520" y="3022932"/>
            <a:ext cx="182880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66928" y="3169236"/>
            <a:ext cx="2615184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85800" y="323324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Quattrocento Sans"/>
              <a:buNone/>
            </a:pPr>
            <a:r>
              <a:rPr lang="en-US" sz="750" b="1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 RESEARCH AGENT TOOLS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85800" y="3443556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search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85800" y="3772740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details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5800" y="4129026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Compare funds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7"/>
          <p:cNvSpPr/>
          <p:nvPr/>
        </p:nvSpPr>
        <p:spPr>
          <a:xfrm rot="5400000">
            <a:off x="1680125" y="4484288"/>
            <a:ext cx="274320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9BC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66928" y="4679350"/>
            <a:ext cx="2587752" cy="319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Quattrocento Sans"/>
              <a:buNone/>
            </a:pPr>
            <a:r>
              <a:rPr lang="en-US" sz="9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US" sz="950" baseline="300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US" sz="95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 Party API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17728" y="4711680"/>
            <a:ext cx="868680" cy="7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Quattrocento Sans"/>
              <a:buNone/>
            </a:pPr>
            <a:r>
              <a:rPr lang="en-US" sz="750" b="1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22960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1232764" y="321733"/>
            <a:ext cx="6930468" cy="4445000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414718" y="538163"/>
            <a:ext cx="1560458" cy="9521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22960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507098" y="534010"/>
            <a:ext cx="4819719" cy="4059936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423297" y="727893"/>
            <a:ext cx="12070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Fund Research Agent</a:t>
            </a:r>
            <a:endParaRPr/>
          </a:p>
        </p:txBody>
      </p:sp>
      <p:grpSp>
        <p:nvGrpSpPr>
          <p:cNvPr id="152" name="Google Shape;152;p8"/>
          <p:cNvGrpSpPr/>
          <p:nvPr/>
        </p:nvGrpSpPr>
        <p:grpSpPr>
          <a:xfrm>
            <a:off x="4808607" y="740416"/>
            <a:ext cx="1645920" cy="665683"/>
            <a:chOff x="5683538" y="721716"/>
            <a:chExt cx="1645920" cy="665683"/>
          </a:xfrm>
        </p:grpSpPr>
        <p:sp>
          <p:nvSpPr>
            <p:cNvPr id="153" name="Google Shape;153;p8"/>
            <p:cNvSpPr/>
            <p:nvPr/>
          </p:nvSpPr>
          <p:spPr>
            <a:xfrm>
              <a:off x="5683538" y="721716"/>
              <a:ext cx="1645920" cy="665683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5683538" y="1171955"/>
              <a:ext cx="109734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 Core Runtime</a:t>
              </a:r>
              <a:endParaRPr/>
            </a:p>
          </p:txBody>
        </p:sp>
        <p:pic>
          <p:nvPicPr>
            <p:cNvPr id="155" name="Google Shape;155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99022" y="748970"/>
              <a:ext cx="423428" cy="37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31320" y="923053"/>
              <a:ext cx="740824" cy="169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80885" y="1092368"/>
              <a:ext cx="491259" cy="1956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8"/>
          <p:cNvSpPr txBox="1"/>
          <p:nvPr/>
        </p:nvSpPr>
        <p:spPr>
          <a:xfrm>
            <a:off x="5602909" y="1687618"/>
            <a:ext cx="109734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Balances Agent</a:t>
            </a:r>
            <a:endParaRPr/>
          </a:p>
        </p:txBody>
      </p:sp>
      <p:grpSp>
        <p:nvGrpSpPr>
          <p:cNvPr id="159" name="Google Shape;159;p8"/>
          <p:cNvGrpSpPr/>
          <p:nvPr/>
        </p:nvGrpSpPr>
        <p:grpSpPr>
          <a:xfrm>
            <a:off x="4808607" y="1710012"/>
            <a:ext cx="1645920" cy="665683"/>
            <a:chOff x="5683538" y="721716"/>
            <a:chExt cx="1645920" cy="665683"/>
          </a:xfrm>
        </p:grpSpPr>
        <p:sp>
          <p:nvSpPr>
            <p:cNvPr id="160" name="Google Shape;160;p8"/>
            <p:cNvSpPr/>
            <p:nvPr/>
          </p:nvSpPr>
          <p:spPr>
            <a:xfrm>
              <a:off x="5683538" y="721716"/>
              <a:ext cx="1645920" cy="665683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8"/>
            <p:cNvSpPr txBox="1"/>
            <p:nvPr/>
          </p:nvSpPr>
          <p:spPr>
            <a:xfrm>
              <a:off x="5683538" y="1171955"/>
              <a:ext cx="109734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 Core Runtime</a:t>
              </a:r>
              <a:endParaRPr/>
            </a:p>
          </p:txBody>
        </p:sp>
        <p:pic>
          <p:nvPicPr>
            <p:cNvPr id="162" name="Google Shape;162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99022" y="748970"/>
              <a:ext cx="423428" cy="37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31320" y="923053"/>
              <a:ext cx="740824" cy="169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80885" y="1092368"/>
              <a:ext cx="491259" cy="1956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8"/>
          <p:cNvSpPr txBox="1"/>
          <p:nvPr/>
        </p:nvSpPr>
        <p:spPr>
          <a:xfrm>
            <a:off x="5521397" y="2634624"/>
            <a:ext cx="139533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Agent</a:t>
            </a:r>
            <a:endParaRPr/>
          </a:p>
        </p:txBody>
      </p:sp>
      <p:grpSp>
        <p:nvGrpSpPr>
          <p:cNvPr id="166" name="Google Shape;166;p8"/>
          <p:cNvGrpSpPr/>
          <p:nvPr/>
        </p:nvGrpSpPr>
        <p:grpSpPr>
          <a:xfrm>
            <a:off x="4808607" y="2664764"/>
            <a:ext cx="1645920" cy="665683"/>
            <a:chOff x="5683538" y="721716"/>
            <a:chExt cx="1645920" cy="665683"/>
          </a:xfrm>
        </p:grpSpPr>
        <p:sp>
          <p:nvSpPr>
            <p:cNvPr id="167" name="Google Shape;167;p8"/>
            <p:cNvSpPr/>
            <p:nvPr/>
          </p:nvSpPr>
          <p:spPr>
            <a:xfrm>
              <a:off x="5683538" y="721716"/>
              <a:ext cx="1645920" cy="665683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5683538" y="1171955"/>
              <a:ext cx="109734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 Core Runtime</a:t>
              </a:r>
              <a:endParaRPr/>
            </a:p>
          </p:txBody>
        </p:sp>
        <p:pic>
          <p:nvPicPr>
            <p:cNvPr id="169" name="Google Shape;169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99022" y="748970"/>
              <a:ext cx="423428" cy="37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80885" y="1092368"/>
              <a:ext cx="491259" cy="1956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8"/>
          <p:cNvSpPr txBox="1"/>
          <p:nvPr/>
        </p:nvSpPr>
        <p:spPr>
          <a:xfrm>
            <a:off x="3269968" y="1560400"/>
            <a:ext cx="139533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Orchestrator Agent</a:t>
            </a:r>
            <a:endParaRPr/>
          </a:p>
        </p:txBody>
      </p:sp>
      <p:grpSp>
        <p:nvGrpSpPr>
          <p:cNvPr id="173" name="Google Shape;173;p8"/>
          <p:cNvGrpSpPr/>
          <p:nvPr/>
        </p:nvGrpSpPr>
        <p:grpSpPr>
          <a:xfrm>
            <a:off x="2610516" y="1593208"/>
            <a:ext cx="1645920" cy="665683"/>
            <a:chOff x="5683538" y="721716"/>
            <a:chExt cx="1645920" cy="665683"/>
          </a:xfrm>
        </p:grpSpPr>
        <p:sp>
          <p:nvSpPr>
            <p:cNvPr id="174" name="Google Shape;174;p8"/>
            <p:cNvSpPr/>
            <p:nvPr/>
          </p:nvSpPr>
          <p:spPr>
            <a:xfrm>
              <a:off x="5683538" y="721716"/>
              <a:ext cx="1645920" cy="665683"/>
            </a:xfrm>
            <a:prstGeom prst="rect">
              <a:avLst/>
            </a:prstGeom>
            <a:noFill/>
            <a:ln w="12700" cap="flat" cmpd="sng">
              <a:solidFill>
                <a:srgbClr val="1C305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5683538" y="1171955"/>
              <a:ext cx="109734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 Core Runtime</a:t>
              </a:r>
              <a:endParaRPr/>
            </a:p>
          </p:txBody>
        </p:sp>
        <p:pic>
          <p:nvPicPr>
            <p:cNvPr id="176" name="Google Shape;176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99022" y="748970"/>
              <a:ext cx="423428" cy="37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80885" y="1092368"/>
              <a:ext cx="491259" cy="1956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8" descr="Ui Ux outline"/>
          <p:cNvSpPr/>
          <p:nvPr/>
        </p:nvSpPr>
        <p:spPr>
          <a:xfrm>
            <a:off x="23934" y="1407591"/>
            <a:ext cx="589518" cy="58951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Google Shape;180;p8"/>
          <p:cNvSpPr/>
          <p:nvPr/>
        </p:nvSpPr>
        <p:spPr>
          <a:xfrm>
            <a:off x="1367825" y="3118041"/>
            <a:ext cx="1065947" cy="1501097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2911157" y="570648"/>
            <a:ext cx="172167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Bedrock AgentCore</a:t>
            </a:r>
            <a:endParaRPr sz="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6784" y="601648"/>
            <a:ext cx="241275" cy="215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1193800" y="318566"/>
            <a:ext cx="9447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- Cloud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1591966" y="3096303"/>
            <a:ext cx="9447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Bedrock</a:t>
            </a:r>
            <a:endParaRPr/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0684" y="3124561"/>
            <a:ext cx="233750" cy="20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7067" y="3505452"/>
            <a:ext cx="422043" cy="344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32173" y="4062295"/>
            <a:ext cx="365091" cy="34412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1430639" y="3811533"/>
            <a:ext cx="106594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Model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1511069" y="4400241"/>
            <a:ext cx="106594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Base</a:t>
            </a:r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68475" y="3869727"/>
            <a:ext cx="419687" cy="33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 txBox="1"/>
          <p:nvPr/>
        </p:nvSpPr>
        <p:spPr>
          <a:xfrm>
            <a:off x="3273300" y="4172509"/>
            <a:ext cx="7539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Core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343762" y="2094693"/>
            <a:ext cx="58951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UI</a:t>
            </a:r>
            <a:endParaRPr dirty="0"/>
          </a:p>
        </p:txBody>
      </p:sp>
      <p:sp>
        <p:nvSpPr>
          <p:cNvPr id="193" name="Google Shape;193;p8" descr="Chat outline"/>
          <p:cNvSpPr/>
          <p:nvPr/>
        </p:nvSpPr>
        <p:spPr>
          <a:xfrm>
            <a:off x="596397" y="1494517"/>
            <a:ext cx="491830" cy="49183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29865" y="610418"/>
            <a:ext cx="381371" cy="33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7399203" y="942895"/>
            <a:ext cx="84833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CloudWatch</a:t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75489" y="625081"/>
            <a:ext cx="618646" cy="26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70498" y="999673"/>
            <a:ext cx="646593" cy="21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7439074" y="3820789"/>
            <a:ext cx="653945" cy="215444"/>
          </a:xfrm>
          <a:prstGeom prst="roundRect">
            <a:avLst>
              <a:gd name="adj" fmla="val 16667"/>
            </a:avLst>
          </a:prstGeom>
          <a:solidFill>
            <a:srgbClr val="CB3D3D"/>
          </a:solidFill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vg-bench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7831047" y="1254955"/>
            <a:ext cx="106594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/>
          </a:p>
        </p:txBody>
      </p:sp>
      <p:cxnSp>
        <p:nvCxnSpPr>
          <p:cNvPr id="200" name="Google Shape;200;p8"/>
          <p:cNvCxnSpPr/>
          <p:nvPr/>
        </p:nvCxnSpPr>
        <p:spPr>
          <a:xfrm>
            <a:off x="6621635" y="898815"/>
            <a:ext cx="0" cy="267161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"/>
            <a:headEnd type="none" w="sm" len="sm"/>
            <a:tailEnd type="none" w="sm" len="sm"/>
          </a:ln>
        </p:spPr>
      </p:cxnSp>
      <p:pic>
        <p:nvPicPr>
          <p:cNvPr id="201" name="Google Shape;201;p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31091" y="3827307"/>
            <a:ext cx="474933" cy="3844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 txBox="1"/>
          <p:nvPr/>
        </p:nvSpPr>
        <p:spPr>
          <a:xfrm>
            <a:off x="4169834" y="4125680"/>
            <a:ext cx="7539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Registry</a:t>
            </a:r>
            <a:endParaRPr/>
          </a:p>
        </p:txBody>
      </p:sp>
      <p:cxnSp>
        <p:nvCxnSpPr>
          <p:cNvPr id="203" name="Google Shape;203;p8"/>
          <p:cNvCxnSpPr>
            <a:stCxn id="174" idx="3"/>
            <a:endCxn id="155" idx="1"/>
          </p:cNvCxnSpPr>
          <p:nvPr/>
        </p:nvCxnSpPr>
        <p:spPr>
          <a:xfrm rot="10800000" flipH="1">
            <a:off x="4256436" y="955850"/>
            <a:ext cx="567600" cy="970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04" name="Google Shape;204;p8"/>
          <p:cNvCxnSpPr>
            <a:stCxn id="174" idx="3"/>
            <a:endCxn id="162" idx="1"/>
          </p:cNvCxnSpPr>
          <p:nvPr/>
        </p:nvCxnSpPr>
        <p:spPr>
          <a:xfrm rot="10800000" flipH="1">
            <a:off x="4256436" y="1925450"/>
            <a:ext cx="567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05" name="Google Shape;205;p8"/>
          <p:cNvCxnSpPr>
            <a:stCxn id="174" idx="3"/>
            <a:endCxn id="169" idx="1"/>
          </p:cNvCxnSpPr>
          <p:nvPr/>
        </p:nvCxnSpPr>
        <p:spPr>
          <a:xfrm>
            <a:off x="4256436" y="1926050"/>
            <a:ext cx="567600" cy="954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06" name="Google Shape;206;p8"/>
          <p:cNvSpPr txBox="1"/>
          <p:nvPr/>
        </p:nvSpPr>
        <p:spPr>
          <a:xfrm>
            <a:off x="4177470" y="1874810"/>
            <a:ext cx="69267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A2A</a:t>
            </a:r>
            <a:endParaRPr/>
          </a:p>
        </p:txBody>
      </p:sp>
      <p:cxnSp>
        <p:nvCxnSpPr>
          <p:cNvPr id="207" name="Google Shape;207;p8"/>
          <p:cNvCxnSpPr/>
          <p:nvPr/>
        </p:nvCxnSpPr>
        <p:spPr>
          <a:xfrm rot="10800000">
            <a:off x="3368475" y="3653145"/>
            <a:ext cx="317592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"/>
            <a:headEnd type="none" w="sm" len="sm"/>
            <a:tailEnd type="none" w="sm" len="sm"/>
          </a:ln>
        </p:spPr>
      </p:cxnSp>
      <p:sp>
        <p:nvSpPr>
          <p:cNvPr id="208" name="Google Shape;208;p8"/>
          <p:cNvSpPr/>
          <p:nvPr/>
        </p:nvSpPr>
        <p:spPr>
          <a:xfrm>
            <a:off x="6777293" y="1651660"/>
            <a:ext cx="359425" cy="18819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732753" y="2153991"/>
            <a:ext cx="459207" cy="18819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676632" y="2610684"/>
            <a:ext cx="582534" cy="271697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6490091" y="1019291"/>
            <a:ext cx="278226" cy="1221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487581" y="1969183"/>
            <a:ext cx="278226" cy="1221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482522" y="2959373"/>
            <a:ext cx="278226" cy="1221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78906" y="3705851"/>
            <a:ext cx="483513" cy="39053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6232159" y="4048954"/>
            <a:ext cx="7539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Core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6588400" y="539982"/>
            <a:ext cx="7539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Resources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414718" y="3733043"/>
            <a:ext cx="678301" cy="611278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337329" y="4048954"/>
            <a:ext cx="10785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(LLM as a Judge)</a:t>
            </a:r>
            <a:endParaRPr/>
          </a:p>
        </p:txBody>
      </p:sp>
      <p:cxnSp>
        <p:nvCxnSpPr>
          <p:cNvPr id="219" name="Google Shape;219;p8"/>
          <p:cNvCxnSpPr/>
          <p:nvPr/>
        </p:nvCxnSpPr>
        <p:spPr>
          <a:xfrm>
            <a:off x="1052041" y="1753147"/>
            <a:ext cx="35032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triangle" w="med" len="med"/>
            <a:tailEnd type="triangle" w="med" len="med"/>
          </a:ln>
        </p:spPr>
      </p:cxnSp>
      <p:sp>
        <p:nvSpPr>
          <p:cNvPr id="220" name="Google Shape;220;p8"/>
          <p:cNvSpPr/>
          <p:nvPr/>
        </p:nvSpPr>
        <p:spPr>
          <a:xfrm>
            <a:off x="1425040" y="1548970"/>
            <a:ext cx="903428" cy="517283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WAF +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/>
          </a:p>
        </p:txBody>
      </p:sp>
      <p:cxnSp>
        <p:nvCxnSpPr>
          <p:cNvPr id="221" name="Google Shape;221;p8"/>
          <p:cNvCxnSpPr>
            <a:stCxn id="220" idx="3"/>
            <a:endCxn id="176" idx="1"/>
          </p:cNvCxnSpPr>
          <p:nvPr/>
        </p:nvCxnSpPr>
        <p:spPr>
          <a:xfrm>
            <a:off x="2328468" y="1807612"/>
            <a:ext cx="297600" cy="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pic>
        <p:nvPicPr>
          <p:cNvPr id="222" name="Google Shape;222;p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051184" y="1389565"/>
            <a:ext cx="271623" cy="24817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 descr="Programmer male outline"/>
          <p:cNvSpPr/>
          <p:nvPr/>
        </p:nvSpPr>
        <p:spPr>
          <a:xfrm>
            <a:off x="3634394" y="3043469"/>
            <a:ext cx="360551" cy="36055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8"/>
          <p:cNvSpPr txBox="1"/>
          <p:nvPr/>
        </p:nvSpPr>
        <p:spPr>
          <a:xfrm>
            <a:off x="3415873" y="3366377"/>
            <a:ext cx="8978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in loop</a:t>
            </a:r>
            <a:endParaRPr/>
          </a:p>
        </p:txBody>
      </p:sp>
      <p:cxnSp>
        <p:nvCxnSpPr>
          <p:cNvPr id="225" name="Google Shape;225;p8"/>
          <p:cNvCxnSpPr>
            <a:stCxn id="168" idx="1"/>
            <a:endCxn id="223" idx="3"/>
          </p:cNvCxnSpPr>
          <p:nvPr/>
        </p:nvCxnSpPr>
        <p:spPr>
          <a:xfrm flipH="1">
            <a:off x="3995007" y="3222725"/>
            <a:ext cx="813600" cy="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26" name="Google Shape;226;p8"/>
          <p:cNvSpPr txBox="1"/>
          <p:nvPr/>
        </p:nvSpPr>
        <p:spPr>
          <a:xfrm>
            <a:off x="4089967" y="3055257"/>
            <a:ext cx="7078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</a:t>
            </a:r>
            <a:endParaRPr/>
          </a:p>
        </p:txBody>
      </p:sp>
      <p:pic>
        <p:nvPicPr>
          <p:cNvPr id="3" name="Graphic 2" descr="Ui Ux outline">
            <a:extLst>
              <a:ext uri="{FF2B5EF4-FFF2-40B4-BE49-F238E27FC236}">
                <a16:creationId xmlns:a16="http://schemas.microsoft.com/office/drawing/2014/main" id="{A4AF6612-4BC4-BCB8-1BDB-7FA0E9E1F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678" y="1531513"/>
            <a:ext cx="589518" cy="589518"/>
          </a:xfrm>
          <a:prstGeom prst="rect">
            <a:avLst/>
          </a:prstGeom>
        </p:spPr>
      </p:pic>
      <p:pic>
        <p:nvPicPr>
          <p:cNvPr id="5" name="Graphic 4" descr="Chat outline">
            <a:extLst>
              <a:ext uri="{FF2B5EF4-FFF2-40B4-BE49-F238E27FC236}">
                <a16:creationId xmlns:a16="http://schemas.microsoft.com/office/drawing/2014/main" id="{46764DCC-1B8E-7BF4-89E1-0A686EC57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8566" y="1586824"/>
            <a:ext cx="404904" cy="404904"/>
          </a:xfrm>
          <a:prstGeom prst="rect">
            <a:avLst/>
          </a:prstGeom>
        </p:spPr>
      </p:pic>
      <p:pic>
        <p:nvPicPr>
          <p:cNvPr id="7" name="Graphic 6" descr="Programmer male outline">
            <a:extLst>
              <a:ext uri="{FF2B5EF4-FFF2-40B4-BE49-F238E27FC236}">
                <a16:creationId xmlns:a16="http://schemas.microsoft.com/office/drawing/2014/main" id="{3EF2C4C8-B992-E293-8069-2FF7D5495D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46351" y="3010678"/>
            <a:ext cx="360551" cy="3605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BDF8E6-C2D0-DD8D-4AD3-D68FB9A80E2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81728" y="1789422"/>
            <a:ext cx="644339" cy="1405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061984-C70C-B2DC-20ED-9A8C29249AE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32956" y="2850068"/>
            <a:ext cx="644339" cy="1405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548640" y="34747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Quattrocento Sans"/>
              <a:buNone/>
            </a:pPr>
            <a:r>
              <a:rPr lang="en-US" sz="2600" b="1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Delivery plan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48640" y="969264"/>
            <a:ext cx="804672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1120000"/>
            <a:ext cx="2560320" cy="3300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48640" y="1120000"/>
            <a:ext cx="45720" cy="330000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08660" y="1180000"/>
            <a:ext cx="224028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Quattrocento Sans"/>
              <a:buNone/>
            </a:pPr>
            <a:r>
              <a:rPr lang="en-US" sz="900" b="1" dirty="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1</a:t>
            </a:r>
            <a:endParaRPr dirty="0"/>
          </a:p>
        </p:txBody>
      </p:sp>
      <p:sp>
        <p:nvSpPr>
          <p:cNvPr id="236" name="Google Shape;236;p9"/>
          <p:cNvSpPr/>
          <p:nvPr/>
        </p:nvSpPr>
        <p:spPr>
          <a:xfrm>
            <a:off x="708660" y="1370000"/>
            <a:ext cx="224028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Fund research agent with UI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08660" y="184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RELEASED AS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08660" y="2000000"/>
            <a:ext cx="224028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Chat UI that answers fund questions</a:t>
            </a:r>
            <a:endParaRPr dirty="0"/>
          </a:p>
        </p:txBody>
      </p:sp>
      <p:sp>
        <p:nvSpPr>
          <p:cNvPr id="239" name="Google Shape;239;p9"/>
          <p:cNvSpPr/>
          <p:nvPr/>
        </p:nvSpPr>
        <p:spPr>
          <a:xfrm>
            <a:off x="708660" y="230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08660" y="2460000"/>
            <a:ext cx="224028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 err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</a:t>
            </a: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UI, service API, agent and its tools, guardrail prompt.</a:t>
            </a:r>
            <a:endParaRPr dirty="0"/>
          </a:p>
        </p:txBody>
      </p:sp>
      <p:sp>
        <p:nvSpPr>
          <p:cNvPr id="241" name="Google Shape;241;p9"/>
          <p:cNvSpPr/>
          <p:nvPr/>
        </p:nvSpPr>
        <p:spPr>
          <a:xfrm>
            <a:off x="708660" y="288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DEPENDS ON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08660" y="304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lang="en-US" sz="850" baseline="3000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rd</a:t>
            </a: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party data, AWS and model access via Bedrock</a:t>
            </a:r>
            <a:endParaRPr dirty="0"/>
          </a:p>
        </p:txBody>
      </p:sp>
      <p:sp>
        <p:nvSpPr>
          <p:cNvPr id="243" name="Google Shape;243;p9"/>
          <p:cNvSpPr/>
          <p:nvPr/>
        </p:nvSpPr>
        <p:spPr>
          <a:xfrm>
            <a:off x="708660" y="337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08660" y="353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endParaRPr dirty="0"/>
          </a:p>
        </p:txBody>
      </p:sp>
      <p:sp>
        <p:nvSpPr>
          <p:cNvPr id="245" name="Google Shape;245;p9"/>
          <p:cNvSpPr/>
          <p:nvPr/>
        </p:nvSpPr>
        <p:spPr>
          <a:xfrm>
            <a:off x="708660" y="386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08660" y="4020000"/>
            <a:ext cx="224028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sym typeface="Quattrocento Sans"/>
              </a:rPr>
              <a:t>Input validation, Agent reasoning </a:t>
            </a:r>
            <a:endParaRPr dirty="0"/>
          </a:p>
        </p:txBody>
      </p:sp>
      <p:sp>
        <p:nvSpPr>
          <p:cNvPr id="247" name="Google Shape;247;p9"/>
          <p:cNvSpPr/>
          <p:nvPr/>
        </p:nvSpPr>
        <p:spPr>
          <a:xfrm>
            <a:off x="3291840" y="1120000"/>
            <a:ext cx="2560320" cy="3300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291840" y="1120000"/>
            <a:ext cx="45720" cy="330000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451860" y="1180000"/>
            <a:ext cx="224028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Quattrocento Sans"/>
              <a:buNone/>
            </a:pPr>
            <a:r>
              <a:rPr lang="en-US" sz="9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2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3451860" y="1370000"/>
            <a:ext cx="224028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Orchestrator and balances agent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451860" y="184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RELEASED AS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451860" y="2000000"/>
            <a:ext cx="224028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UI, now answering balance questions too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451860" y="230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451860" y="2460000"/>
            <a:ext cx="224028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Orchestrator, agent registry, A2A routing, balances agent, shared memory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451860" y="288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DEPENDS ON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451860" y="304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1 live, balances API, auth</a:t>
            </a:r>
            <a:endParaRPr dirty="0"/>
          </a:p>
        </p:txBody>
      </p:sp>
      <p:sp>
        <p:nvSpPr>
          <p:cNvPr id="257" name="Google Shape;257;p9"/>
          <p:cNvSpPr/>
          <p:nvPr/>
        </p:nvSpPr>
        <p:spPr>
          <a:xfrm>
            <a:off x="3451860" y="337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</a:t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451860" y="353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Wrong-agent routing, account data reaching the wrong user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451860" y="386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451860" y="4020000"/>
            <a:ext cx="224028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Routing accuracy.</a:t>
            </a:r>
            <a:endParaRPr dirty="0"/>
          </a:p>
        </p:txBody>
      </p:sp>
      <p:sp>
        <p:nvSpPr>
          <p:cNvPr id="261" name="Google Shape;261;p9"/>
          <p:cNvSpPr/>
          <p:nvPr/>
        </p:nvSpPr>
        <p:spPr>
          <a:xfrm>
            <a:off x="6035040" y="1120000"/>
            <a:ext cx="2560320" cy="3300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035040" y="1120000"/>
            <a:ext cx="45720" cy="330000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195060" y="1180000"/>
            <a:ext cx="2240280" cy="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Quattrocento Sans"/>
              <a:buNone/>
            </a:pPr>
            <a:r>
              <a:rPr lang="en-US" sz="900" b="1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3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195060" y="1370000"/>
            <a:ext cx="224028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1F2937"/>
                </a:solidFill>
                <a:latin typeface="Lexend"/>
                <a:ea typeface="Lexend"/>
                <a:cs typeface="Lexend"/>
                <a:sym typeface="Lexend"/>
              </a:rPr>
              <a:t>Transaction agent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195060" y="184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RELEASED AS</a:t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195060" y="2000000"/>
            <a:ext cx="224028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Quattrocento Sans"/>
              <a:buNone/>
            </a:pPr>
            <a:r>
              <a:rPr lang="en-US" sz="85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can act on accounts, not just ask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195060" y="230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195060" y="2460000"/>
            <a:ext cx="224028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agent, human in loop on conditional basis, audit logging, judge evaluation</a:t>
            </a:r>
            <a:endParaRPr dirty="0"/>
          </a:p>
        </p:txBody>
      </p:sp>
      <p:sp>
        <p:nvSpPr>
          <p:cNvPr id="269" name="Google Shape;269;p9"/>
          <p:cNvSpPr/>
          <p:nvPr/>
        </p:nvSpPr>
        <p:spPr>
          <a:xfrm>
            <a:off x="6195060" y="288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DEPENDS ON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195060" y="304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 2 delivery, transaction APIs</a:t>
            </a:r>
            <a:endParaRPr dirty="0"/>
          </a:p>
        </p:txBody>
      </p:sp>
      <p:sp>
        <p:nvSpPr>
          <p:cNvPr id="271" name="Google Shape;271;p9"/>
          <p:cNvSpPr/>
          <p:nvPr/>
        </p:nvSpPr>
        <p:spPr>
          <a:xfrm>
            <a:off x="6195060" y="337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195060" y="353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Write actions on real accounts</a:t>
            </a:r>
            <a:endParaRPr dirty="0"/>
          </a:p>
        </p:txBody>
      </p:sp>
      <p:sp>
        <p:nvSpPr>
          <p:cNvPr id="273" name="Google Shape;273;p9"/>
          <p:cNvSpPr/>
          <p:nvPr/>
        </p:nvSpPr>
        <p:spPr>
          <a:xfrm>
            <a:off x="6195060" y="3860000"/>
            <a:ext cx="2240280" cy="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B0"/>
              </a:buClr>
              <a:buSzPts val="750"/>
              <a:buFont typeface="Quattrocento Sans"/>
              <a:buNone/>
            </a:pPr>
            <a:r>
              <a:rPr lang="en-US" sz="750" b="1">
                <a:solidFill>
                  <a:srgbClr val="9AA3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195060" y="4020000"/>
            <a:ext cx="224028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Judge scores plus human approval flow</a:t>
            </a:r>
            <a:endParaRPr dirty="0"/>
          </a:p>
        </p:txBody>
      </p:sp>
      <p:sp>
        <p:nvSpPr>
          <p:cNvPr id="275" name="Google Shape;275;p9"/>
          <p:cNvSpPr/>
          <p:nvPr/>
        </p:nvSpPr>
        <p:spPr>
          <a:xfrm>
            <a:off x="548640" y="4500000"/>
            <a:ext cx="8046720" cy="1828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" y="4580000"/>
            <a:ext cx="74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 i="1" dirty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MVP ships end to end — UI, auth, observability and evaluation included. Deferred: multi-channel front end, fine-</a:t>
            </a:r>
            <a:r>
              <a:rPr lang="en-US" sz="1000" i="1" dirty="0" err="1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tunining</a:t>
            </a:r>
            <a:endParaRPr dirty="0"/>
          </a:p>
        </p:txBody>
      </p:sp>
      <p:sp>
        <p:nvSpPr>
          <p:cNvPr id="277" name="Google Shape;277;p9"/>
          <p:cNvSpPr/>
          <p:nvPr/>
        </p:nvSpPr>
        <p:spPr>
          <a:xfrm>
            <a:off x="8229600" y="47900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" name="Google Shape;242;p9">
            <a:extLst>
              <a:ext uri="{FF2B5EF4-FFF2-40B4-BE49-F238E27FC236}">
                <a16:creationId xmlns:a16="http://schemas.microsoft.com/office/drawing/2014/main" id="{609C3205-895B-5117-9CFF-67F10C0EF7A4}"/>
              </a:ext>
            </a:extLst>
          </p:cNvPr>
          <p:cNvSpPr/>
          <p:nvPr/>
        </p:nvSpPr>
        <p:spPr>
          <a:xfrm>
            <a:off x="731520" y="3530000"/>
            <a:ext cx="224028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Quattrocento Sans"/>
              <a:buNone/>
            </a:pPr>
            <a:r>
              <a:rPr lang="en-US" sz="850" dirty="0">
                <a:solidFill>
                  <a:srgbClr val="6B7280"/>
                </a:solidFill>
                <a:latin typeface="Quattrocento Sans"/>
                <a:sym typeface="Quattrocento Sans"/>
              </a:rPr>
              <a:t>Security risk, Cost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5C132773-D040-3229-EC84-CA2C590F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>
            <a:extLst>
              <a:ext uri="{FF2B5EF4-FFF2-40B4-BE49-F238E27FC236}">
                <a16:creationId xmlns:a16="http://schemas.microsoft.com/office/drawing/2014/main" id="{E7CCB9B1-9D86-B4B6-3691-2BA94CA0674E}"/>
              </a:ext>
            </a:extLst>
          </p:cNvPr>
          <p:cNvSpPr txBox="1"/>
          <p:nvPr/>
        </p:nvSpPr>
        <p:spPr>
          <a:xfrm>
            <a:off x="795300" y="1799100"/>
            <a:ext cx="7553400" cy="1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F2937"/>
                </a:solidFill>
                <a:uFill>
                  <a:noFill/>
                </a:uFill>
                <a:latin typeface="Quattrocento Sans"/>
                <a:sym typeface="Quattrocento Sans"/>
              </a:rPr>
              <a:t>Appendix</a:t>
            </a:r>
            <a:endParaRPr sz="3600" b="1" dirty="0">
              <a:solidFill>
                <a:srgbClr val="1F2937"/>
              </a:solidFill>
            </a:endParaRPr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6BB5EE01-D836-1E83-1E6E-DAD83CEA2137}"/>
              </a:ext>
            </a:extLst>
          </p:cNvPr>
          <p:cNvSpPr/>
          <p:nvPr/>
        </p:nvSpPr>
        <p:spPr>
          <a:xfrm>
            <a:off x="4343400" y="3200400"/>
            <a:ext cx="4572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483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C2F3C1C-3DDC-2CF3-671D-17BEE33A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6781A-0A7B-6C98-CBDC-109BE2E40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595" y="965031"/>
            <a:ext cx="4995406" cy="32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1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D26A2-59DE-C151-338A-198D498B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60" y="556361"/>
            <a:ext cx="6365935" cy="403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8CFB79E-02A4-B488-3608-902EF383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>
            <a:extLst>
              <a:ext uri="{FF2B5EF4-FFF2-40B4-BE49-F238E27FC236}">
                <a16:creationId xmlns:a16="http://schemas.microsoft.com/office/drawing/2014/main" id="{52954AC3-FD21-069A-171B-9646E2C83AF0}"/>
              </a:ext>
            </a:extLst>
          </p:cNvPr>
          <p:cNvSpPr txBox="1"/>
          <p:nvPr/>
        </p:nvSpPr>
        <p:spPr>
          <a:xfrm>
            <a:off x="795300" y="1799100"/>
            <a:ext cx="7553400" cy="1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1F2937"/>
                </a:solidFill>
                <a:uFill>
                  <a:noFill/>
                </a:uFill>
                <a:latin typeface="Quattrocento Sans"/>
                <a:sym typeface="Quattrocento Sans"/>
              </a:rPr>
              <a:t>Thank you</a:t>
            </a:r>
            <a:endParaRPr sz="6000" b="1" dirty="0">
              <a:solidFill>
                <a:srgbClr val="1F2937"/>
              </a:solidFill>
            </a:endParaRPr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A6B1F2CC-3B0B-6823-76C1-5EDB937D4BDC}"/>
              </a:ext>
            </a:extLst>
          </p:cNvPr>
          <p:cNvSpPr/>
          <p:nvPr/>
        </p:nvSpPr>
        <p:spPr>
          <a:xfrm>
            <a:off x="4343400" y="3200400"/>
            <a:ext cx="4572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681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606</Words>
  <Application>Microsoft Office PowerPoint</Application>
  <PresentationFormat>On-screen Show (16:9)</PresentationFormat>
  <Paragraphs>148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Lexend</vt:lpstr>
      <vt:lpstr>Quattrocento Sans</vt:lpstr>
      <vt:lpstr>Calibri</vt:lpstr>
      <vt:lpstr>Office Theme</vt:lpstr>
      <vt:lpstr>Fund Research Agent</vt:lpstr>
      <vt:lpstr>Development Approach - Leveraging AI</vt:lpstr>
      <vt:lpstr>Prompt Capture</vt:lpstr>
      <vt:lpstr>Technical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ritesh srivastava</dc:creator>
  <cp:lastModifiedBy>ritesh srivastava</cp:lastModifiedBy>
  <cp:revision>1</cp:revision>
  <dcterms:created xsi:type="dcterms:W3CDTF">2026-08-22T14:25:43Z</dcterms:created>
  <dcterms:modified xsi:type="dcterms:W3CDTF">2026-08-24T13:45:17Z</dcterms:modified>
</cp:coreProperties>
</file>